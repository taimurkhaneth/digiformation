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31536" y="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33872" y="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6208" y="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38544" y="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43216" y="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45552" y="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7888" y="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50224" y="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54896" y="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40233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1536" y="40233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33872" y="40233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6208" y="40233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38544" y="40233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40880" y="40233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40233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45552" y="40233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40233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0224" y="40233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40233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40233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80467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31536" y="80467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80467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80467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80467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40880" y="80467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3216" y="80467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45552" y="80467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47888" y="80467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50224" y="80467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52560" y="80467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54896" y="80467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20700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31536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33872" y="120700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6208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38544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40880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43216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45552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47888" y="120700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50224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52560" y="120700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454896" y="120700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29200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31536" y="160934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33872" y="160934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36208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38544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40880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43216" y="160934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45552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47888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650224" y="160934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2560" y="160934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454896" y="160934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201168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31536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33872" y="201168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36208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38544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40880" y="201168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43216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45552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01168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50224" y="201168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052560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454896" y="201168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29200" y="241401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31536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833872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36208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38544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040880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43216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845552" y="241401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247888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650224" y="241401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52560" y="241401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454896" y="241401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029200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31536" y="281635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833872" y="281635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236208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38544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040880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443216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845552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47888" y="281635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650224" y="281635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052560" y="281635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454896" y="281635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029200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431536" y="321868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833872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236208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638544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40880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443216" y="321868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845552" y="321868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247888" y="321868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50224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52560" y="321868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454896" y="321868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29200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31536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833872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236208" y="362102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638544" y="362102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040880" y="362102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443216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845552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247888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650224" y="362102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52560" y="3621024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454896" y="3621024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029200" y="402336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31536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833872" y="402336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36208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38544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040880" y="402336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43216" y="402336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845552" y="4023360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247888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650224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52560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454896" y="4023360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29200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431536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833872" y="442569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236208" y="442569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638544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040880" y="442569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443216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845552" y="442569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247888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650224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9052560" y="4425696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454896" y="4425696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029200" y="482803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31536" y="482803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833872" y="482803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236208" y="482803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638544" y="482803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040880" y="482803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443216" y="482803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845552" y="482803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247888" y="482803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650224" y="482803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052560" y="4828032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454896" y="4828032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029200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431536" y="523036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833872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236208" y="523036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638544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7040880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443216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845552" y="5230368"/>
            <a:ext cx="347472" cy="347472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247888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650224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052560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454896" y="5230368"/>
            <a:ext cx="347472" cy="347472"/>
          </a:xfrm>
          <a:prstGeom prst="rect">
            <a:avLst/>
          </a:prstGeom>
          <a:solidFill>
            <a:srgbClr val="0F1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217920" y="731520"/>
            <a:ext cx="2743200" cy="2743200"/>
          </a:xfrm>
          <a:prstGeom prst="ellipse">
            <a:avLst/>
          </a:prstGeom>
          <a:solidFill>
            <a:srgbClr val="FFD700">
              <a:alpha val="12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583680" y="1097280"/>
            <a:ext cx="2011680" cy="2011680"/>
          </a:xfrm>
          <a:prstGeom prst="ellipse">
            <a:avLst/>
          </a:prstGeom>
          <a:solidFill>
            <a:srgbClr val="FFD700">
              <a:alpha val="25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086600" y="1234440"/>
            <a:ext cx="1005840" cy="914400"/>
          </a:xfrm>
          <a:prstGeom prst="ellipse">
            <a:avLst/>
          </a:prstGeom>
          <a:solidFill>
            <a:srgbClr val="000000">
              <a:alpha val="0"/>
            </a:srgbClr>
          </a:solidFill>
          <a:ln w="38100">
            <a:solidFill>
              <a:srgbClr val="FFD70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6903720" y="1783080"/>
            <a:ext cx="1371600" cy="1005840"/>
          </a:xfrm>
          <a:prstGeom prst="rect">
            <a:avLst>
              <a:gd name="adj" fmla="val 7273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57200" y="2560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NEW CONCEPT 2026</a:t>
            </a:r>
            <a:endParaRPr lang="en-US" sz="800" dirty="0"/>
          </a:p>
        </p:txBody>
      </p:sp>
      <p:sp>
        <p:nvSpPr>
          <p:cNvPr id="176" name="Text 174"/>
          <p:cNvSpPr/>
          <p:nvPr/>
        </p:nvSpPr>
        <p:spPr>
          <a:xfrm>
            <a:off x="457200" y="621792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 A PIXEL.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CRACK THE CODE.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CLAIM THE VAULT.</a:t>
            </a:r>
            <a:endParaRPr lang="en-US" sz="4200" dirty="0"/>
          </a:p>
        </p:txBody>
      </p:sp>
      <p:sp>
        <p:nvSpPr>
          <p:cNvPr id="177" name="Text 175"/>
          <p:cNvSpPr/>
          <p:nvPr/>
        </p:nvSpPr>
        <p:spPr>
          <a:xfrm>
            <a:off x="457200" y="3703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pixel ad grid with a hidden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vault — crackable only if you solve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monthly puzzle clues.</a:t>
            </a:r>
            <a:endParaRPr lang="en-US" sz="1300" dirty="0"/>
          </a:p>
        </p:txBody>
      </p:sp>
      <p:sp>
        <p:nvSpPr>
          <p:cNvPr id="178" name="Text 176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claimthegrid.com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BIG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layers.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product.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been done.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286000"/>
            <a:ext cx="54864" cy="74980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Pixel Ad Grid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228600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500×500 canvas. Brands buy pixel blocks to advertise. Each block = their logo + link live on the grid.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154680"/>
            <a:ext cx="54864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54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15468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Puzzle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315468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grid hides a mystery image. As pixels sell, the image slowly reveals. Last pixel buyer wins $1,000 cash.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4023360"/>
            <a:ext cx="54864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233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0233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Annual Vault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40233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every purchase goes into a crypto wallet all year. Each revealed image hides one word of a 12-word seed phrase. Crack all 12 — drain the vault.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 — MONTHLY CYCLE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month. Every grid. Every clue.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1148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4114800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 Opens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500×500 pixel grid goes live. Mystery image hidden underneath. Vault receives 10% of every sale.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41148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633472"/>
            <a:ext cx="4114800" cy="4572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Brands Buy Pixels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purchase blocks, upload logos, add links. Their brand is live instantly reaching thousands of curious visitors.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803904"/>
            <a:ext cx="41148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03904"/>
            <a:ext cx="41148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95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 Reveals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425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pixels fill up the mystery image slowly appears. Nobody knows what it is — creates daily return visits and social sharing.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41148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463040"/>
            <a:ext cx="4114800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810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 Pixel Wins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who claims the final pixel reveals the full image AND wins $1,000 cash prize instantly.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633472"/>
            <a:ext cx="41148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633472"/>
            <a:ext cx="41148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724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Clue Drops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255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inside the revealed image is one word — clue number X of 12 toward the annual vault seed phrase.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803904"/>
            <a:ext cx="4114800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803904"/>
            <a:ext cx="411480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895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4151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Reset &amp; Repeat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44256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grid. New mystery image. New clue. The vault keeps growing. The hunt continues.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0A00"/>
          </a:solidFill>
          <a:ln w="12700">
            <a:solidFill>
              <a:srgbClr val="0D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20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VAULT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Annual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Puzzle.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74320" y="3566160"/>
            <a:ext cx="329184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wallet visible to everyone.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grows every month.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try to crack it.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320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VAULT WORKS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685800"/>
            <a:ext cx="45720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685800"/>
            <a:ext cx="45720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740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JANUARY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99669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crypto wallet created. Public address published. Balance: $0. Everyone can watch it fill up in real 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527048"/>
            <a:ext cx="45720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527048"/>
            <a:ext cx="45720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819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EACH MONTH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43400" y="183794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 every pixel sale goes into the vault automatically. Grid reveals image. Image contains hidden clue word.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06240" y="2368296"/>
            <a:ext cx="45720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2368296"/>
            <a:ext cx="45720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423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CLUES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43400" y="267919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monthly image hides one of 12 words of the BIP-39 seed phrase. Clues are visual riddles — not obvious.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0" y="3209544"/>
            <a:ext cx="45720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209544"/>
            <a:ext cx="45720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264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CRACK 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352044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collects all 12 revealed images, solves all 12 riddles, and gets the seed phrase right — drains the entire vault.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4050792"/>
            <a:ext cx="4572000" cy="7132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4050792"/>
            <a:ext cx="45720" cy="71323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41056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DECEMBER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43400" y="4361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clue drops. The hunt goes global. First person to crack the full phrase takes everything inside.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DISTINCT AUDIENCES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product. Three reasons to buy.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2697480" cy="347472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2697480" cy="5486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Brands &amp;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they buy: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advertising. Their logo visible to thousands of curious visitors watching the grid fill up daily. Cost-effective, unique, memorable.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4069080"/>
            <a:ext cx="2331720" cy="685800"/>
          </a:xfrm>
          <a:prstGeom prst="rect">
            <a:avLst/>
          </a:prstGeom>
          <a:solidFill>
            <a:srgbClr val="0A0A0A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096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$100–$2,500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spend per grid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2697480" cy="347472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463040"/>
            <a:ext cx="269748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Prize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they buy: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6334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claim the last pixel and win $1,000 cash. They buy multiple blocks to increase their odds. Every purchase is a ticket.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4069080"/>
            <a:ext cx="2331720" cy="6858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096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83280" y="4434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 prize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2697480" cy="347472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463040"/>
            <a:ext cx="26974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600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Crypto</a:t>
            </a:r>
            <a:endParaRPr lang="en-US" sz="1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Puzzlers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they buy: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633472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hunting the 12-word vault seed phrase. Miss one month = miss one clue. They MUST buy every grid all year to stay in the hunt.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069080"/>
            <a:ext cx="2331720" cy="685800"/>
          </a:xfrm>
          <a:prstGeom prst="rect">
            <a:avLst/>
          </a:prstGeom>
          <a:solidFill>
            <a:srgbClr val="0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09651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44348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annual vault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money flows.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196596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371600"/>
            <a:ext cx="1965960" cy="5486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Pixel Sale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 per pixel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250,000 pixels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$25,000/grid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395728"/>
            <a:ext cx="1188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6312" y="1371600"/>
            <a:ext cx="196596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96312" y="1371600"/>
            <a:ext cx="1965960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Monthly Prize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1965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$1,000 cash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last pixel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07992" y="2395728"/>
            <a:ext cx="1188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2584" y="1371600"/>
            <a:ext cx="196596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371600"/>
            <a:ext cx="1965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Vault Fund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9744" y="1965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10% per sale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~$2,500/month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crypto wallet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84264" y="2395728"/>
            <a:ext cx="118872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48856" y="1371600"/>
            <a:ext cx="1965960" cy="219456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8856" y="1371600"/>
            <a:ext cx="1965960" cy="54864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 Revenue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86016" y="196596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~$21,750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monthly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cycle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749040"/>
            <a:ext cx="8503920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$261,000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7724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Net Revenue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grid cycles)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$30,000+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288036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Vault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10% of sales)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Types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98348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buyer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86600" y="38404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086600" y="4315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reset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model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GOES VIRAL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 virality.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ad budget needed.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" y="1920240"/>
            <a:ext cx="269748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920240"/>
            <a:ext cx="45720" cy="1234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Mystery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408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hidden image?" People share the half-revealed grid on social media every week as it fills up. Free marketing every single month.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27832" y="1920240"/>
            <a:ext cx="269748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27832" y="1920240"/>
            <a:ext cx="45720" cy="12344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Hunt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3408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"There's a crypto wallet worth $X that anyone can crack." This story spreads on Reddit, crypto Twitter, and puzzle communities completely independently.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1920240"/>
            <a:ext cx="269748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35624" y="1920240"/>
            <a:ext cx="45720" cy="123444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011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18504" y="234086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"Someone just won $1,000 for buying the last pixel." Monthly winner announcements drive press coverage and FOMO for the next round.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269748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37560"/>
            <a:ext cx="45720" cy="12344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Stakes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581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"Miss one month = miss one clue forever." This creates obsessive year-long commitment. Buyers recruit other buyers to keep their hunt alive.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27832" y="3337560"/>
            <a:ext cx="269748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27832" y="3337560"/>
            <a:ext cx="45720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Transparency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0712" y="37581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vault public address shows $47,000 and growing." Watching real money accumulate on-chain is addictive and shareable.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35624" y="3337560"/>
            <a:ext cx="2697480" cy="1234440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624" y="3337560"/>
            <a:ext cx="45720" cy="1234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18504" y="3429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Legacy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18504" y="375818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was pixel #249,999. My logo is part of the art." Hall of fame, permanent history, digital legacy. People pay for that.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Already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Built.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Already</a:t>
            </a:r>
            <a:endParaRPr lang="en-US" sz="4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4389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claimthegrid.com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663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now. Waitlist collecting.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0" y="3200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ALREADY 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685800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685800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685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website live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16368" y="749808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16368" y="749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161288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161288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161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registered — ClaimTheGrid.com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16368" y="1225296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12252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89120" y="1636776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636776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16367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capture connected to Supabase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16368" y="1700784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16368" y="17007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389120" y="2112264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12264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1122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&amp; logo designed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2176272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16368" y="2176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89120" y="2587752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0" y="2587752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53712" y="25877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metadata configured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2651760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16368" y="2651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389120" y="3063240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89120" y="3063240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NOWPayments crypto account created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16368" y="3127248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16368" y="3127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89120" y="3538728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89120" y="3538728"/>
            <a:ext cx="45720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53712" y="35387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 payment account ready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516368" y="3602736"/>
            <a:ext cx="822960" cy="256032"/>
          </a:xfrm>
          <a:prstGeom prst="rect">
            <a:avLst/>
          </a:prstGeom>
          <a:solidFill>
            <a:srgbClr val="0F1A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16368" y="36027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389120" y="4014216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89120" y="4014216"/>
            <a:ext cx="45720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53712" y="40142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pixel grid development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516368" y="4078224"/>
            <a:ext cx="822960" cy="256032"/>
          </a:xfrm>
          <a:prstGeom prst="rect">
            <a:avLst/>
          </a:prstGeom>
          <a:solidFill>
            <a:srgbClr val="2A20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16368" y="40782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89120" y="4489704"/>
            <a:ext cx="4389120" cy="384048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89120" y="4489704"/>
            <a:ext cx="45720" cy="38404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53712" y="448970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wallet + puzzle system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16368" y="4553712"/>
            <a:ext cx="822960" cy="256032"/>
          </a:xfrm>
          <a:prstGeom prst="rect">
            <a:avLst/>
          </a:prstGeom>
          <a:solidFill>
            <a:srgbClr val="2A20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16368" y="45537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" y="914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914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914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37360" y="914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914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914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71800" y="914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" y="5029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5029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029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25880" y="5029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37360" y="5029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5029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0" y="5029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5029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" y="9144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9144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9144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5880" y="9144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37360" y="9144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48840" y="9144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9144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9144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" y="13258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13258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13258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13258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13258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48840" y="13258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13258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13258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" y="17373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17373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17373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25880" y="173736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0" y="173736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48840" y="17373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60320" y="17373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71800" y="17373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" y="21488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21488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21488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325880" y="21488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37360" y="21488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48840" y="21488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0" y="21488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971800" y="21488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" y="25603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2920" y="25603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25603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25880" y="25603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737360" y="25603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48840" y="25603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60320" y="25603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71800" y="25603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440" y="29718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" y="29718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325880" y="29718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737360" y="29718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148840" y="29718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560320" y="29718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71800" y="29718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440" y="33832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2920" y="33832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14400" y="33832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325880" y="33832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737360" y="33832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48840" y="338328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560320" y="33832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71800" y="338328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440" y="37947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14400" y="379476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325880" y="37947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737360" y="37947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148840" y="379476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60320" y="37947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971800" y="379476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" y="42062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920" y="42062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400" y="42062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325880" y="42062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37360" y="42062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48840" y="420624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60320" y="42062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71800" y="420624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440" y="46177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2920" y="46177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14400" y="46177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325880" y="46177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37360" y="46177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48840" y="461772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60320" y="46177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71800" y="461772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1440" y="50292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02920" y="50292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14400" y="50292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325880" y="50292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37360" y="50292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148840" y="50292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60320" y="5029200"/>
            <a:ext cx="347472" cy="347472"/>
          </a:xfrm>
          <a:prstGeom prst="rect">
            <a:avLst/>
          </a:prstGeom>
          <a:solidFill>
            <a:srgbClr val="B5EC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71800" y="5029200"/>
            <a:ext cx="347472" cy="347472"/>
          </a:xfrm>
          <a:prstGeom prst="rect">
            <a:avLst/>
          </a:prstGeom>
          <a:solidFill>
            <a:srgbClr val="A8D900"/>
          </a:solidFill>
          <a:ln w="12700">
            <a:solidFill>
              <a:srgbClr val="B5EC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4320" y="73152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6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6200" dirty="0"/>
          </a:p>
        </p:txBody>
      </p:sp>
      <p:sp>
        <p:nvSpPr>
          <p:cNvPr id="108" name="Text 106"/>
          <p:cNvSpPr/>
          <p:nvPr/>
        </p:nvSpPr>
        <p:spPr>
          <a:xfrm>
            <a:off x="274320" y="3200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build something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internet has never seen.</a:t>
            </a:r>
            <a:endParaRPr lang="en-US" sz="1500" dirty="0"/>
          </a:p>
        </p:txBody>
      </p:sp>
      <p:sp>
        <p:nvSpPr>
          <p:cNvPr id="109" name="Text 107"/>
          <p:cNvSpPr/>
          <p:nvPr/>
        </p:nvSpPr>
        <p:spPr>
          <a:xfrm>
            <a:off x="429768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looking for a partner who can provide: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4297680" y="960120"/>
            <a:ext cx="4572000" cy="11704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297680" y="960120"/>
            <a:ext cx="54864" cy="1170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48056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Partner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4480560" y="14356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reach first 1,000 pixel buyers. Social media, influencer outreach, community seeding. You bring the audience — we split the revenue.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4297680" y="2313432"/>
            <a:ext cx="4572000" cy="11704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297680" y="2313432"/>
            <a:ext cx="54864" cy="1170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480560" y="24048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Investment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4480560" y="278892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full product development — pixel grid engine, payment integration, vault system, and puzzle mechanic. Clear ROI from day one of launch.</a:t>
            </a:r>
            <a:endParaRPr lang="en-US" sz="1100" dirty="0"/>
          </a:p>
        </p:txBody>
      </p:sp>
      <p:sp>
        <p:nvSpPr>
          <p:cNvPr id="118" name="Shape 116"/>
          <p:cNvSpPr/>
          <p:nvPr/>
        </p:nvSpPr>
        <p:spPr>
          <a:xfrm>
            <a:off x="4297680" y="3666744"/>
            <a:ext cx="4572000" cy="1170432"/>
          </a:xfrm>
          <a:prstGeom prst="rect">
            <a:avLst/>
          </a:prstGeom>
          <a:solidFill>
            <a:srgbClr val="161616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297680" y="3666744"/>
            <a:ext cx="54864" cy="1170432"/>
          </a:xfrm>
          <a:prstGeom prst="rect">
            <a:avLst/>
          </a:prstGeom>
          <a:solidFill>
            <a:srgbClr val="C8FF00"/>
          </a:solidFill>
          <a:ln w="12700">
            <a:solidFill>
              <a:srgbClr val="C8FF0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480560" y="37581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Advisor</a:t>
            </a:r>
            <a:endParaRPr lang="en-US" sz="1600" dirty="0"/>
          </a:p>
        </p:txBody>
      </p:sp>
      <p:sp>
        <p:nvSpPr>
          <p:cNvPr id="121" name="Text 119"/>
          <p:cNvSpPr/>
          <p:nvPr/>
        </p:nvSpPr>
        <p:spPr>
          <a:xfrm>
            <a:off x="4480560" y="41422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scaling, crypto compliance, PR strategy, and turning this into a globally recognized annual event.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429768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claimthegrid.com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2224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88336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36392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32504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28616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76672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24728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68896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16952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13064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61120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9176" y="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44168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92224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0280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36392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84448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32504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28616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76672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24728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68896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16952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5008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13064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0" y="44805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409176" y="44805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8056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96112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44168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92224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40280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88336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36392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84448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032504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80560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28616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76672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24728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72784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720840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68896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616952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065008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13064" y="89611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61120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09176" y="89611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0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48056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6112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44168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92224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40280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88336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36392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84448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32504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480560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28616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6672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24728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72784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720840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168896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16952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65008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13064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61120" y="134416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09176" y="134416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0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48056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6112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44168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92224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240280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88336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136392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584448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032504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480560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928616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376672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24728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72784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720840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168896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616952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065008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513064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961120" y="179222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409176" y="179222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0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48056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96112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344168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92224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240280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688336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136392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84448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032504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480560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928616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76672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824728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272784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720840" y="224028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168896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616952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65008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513064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961120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409176" y="224028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0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48056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96112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44168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792224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240280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688336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136392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584448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032504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480560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928616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376672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824728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6272784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720840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168896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616952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065008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13064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961120" y="268833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409176" y="268833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0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48056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96112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344168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792224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240280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688336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136392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584448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032504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480560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928616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376672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824728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272784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720840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7168896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616952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065008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513064" y="313639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961120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9409176" y="313639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0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48056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96112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344168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792224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240280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688336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136392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584448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032504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480560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928616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376672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824728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272784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720840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168896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616952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065008" y="358444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513064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961120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9409176" y="358444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0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48056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96112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344168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792224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240280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688336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136392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584448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032504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480560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928616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376672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824728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272784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720840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168896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616952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065008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13064" y="4032504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961120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9409176" y="4032504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0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48056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96112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344168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792224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240280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688336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136392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584448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4032504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480560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928616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376672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824728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272784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720840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168896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616952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065008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513064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961120" y="4480560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409176" y="4480560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0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48056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6112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344168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792224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240280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688336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136392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584448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032504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480560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928616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376672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824728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272784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720840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7168896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616952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065008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513064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961120" y="4928616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409176" y="4928616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0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48056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896112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344168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792224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240280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688336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136392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584448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4032504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4480560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928616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5376672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824728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6272784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6720840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7168896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7616952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065008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513064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961120" y="5376672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409176" y="5376672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0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48056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96112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1344168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792224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2240280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2688336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136392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584448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032504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4480560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4928616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376672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824728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6272784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6720840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7168896" y="5824728"/>
            <a:ext cx="384048" cy="384048"/>
          </a:xfrm>
          <a:prstGeom prst="rect">
            <a:avLst/>
          </a:prstGeom>
          <a:solidFill>
            <a:srgbClr val="0D0A00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616952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8065008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8513064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8961120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409176" y="5824728"/>
            <a:ext cx="384048" cy="384048"/>
          </a:xfrm>
          <a:prstGeom prst="rect">
            <a:avLst/>
          </a:prstGeom>
          <a:solidFill>
            <a:srgbClr val="080808"/>
          </a:solidFill>
          <a:ln w="12700">
            <a:solidFill>
              <a:srgbClr val="080808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0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448056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896112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1344168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1792224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2240280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2688336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136392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3584448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032504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480560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4928616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5376672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5824728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6272784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6720840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7168896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7616952" y="0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065008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513064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961120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9409176" y="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0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448056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96112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1344168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1792224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240280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688336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3136392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3584448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4032504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4480560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4928616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5376672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5824728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272784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720840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168896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616952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065008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513064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961120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9409176" y="44805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0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448056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896112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344168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1792224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2240280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2688336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3136392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584448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4032504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4480560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4928616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5376672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5824728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6272784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6720840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7168896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7616952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8065008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8513064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8961120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9409176" y="89611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0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448056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896112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1344168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792224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2240280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2688336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136392" y="1344168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584448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4032504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4480560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4928616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5376672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824728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6272784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6720840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7168896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7616952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8065008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8513064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8961120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9409176" y="134416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0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448056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896112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1344168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1792224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2240280" y="1792224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2688336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3136392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584448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4032504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4480560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4928616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5376672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5824728" y="1792224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6272784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6720840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7168896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7616952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8065008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8513064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8961120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9409176" y="179222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0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448056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96112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344168" y="2240280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792224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2240280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2688336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3136392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3584448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4032504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4480560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4928616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5376672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5824728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272784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6720840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7168896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7616952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8065008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8513064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8961120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9409176" y="224028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0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448056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96112" y="2688336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344168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1792224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2240280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2688336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3136392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3584448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4032504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4480560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4928616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5376672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5824728" y="2688336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6272784" y="2688336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6720840" y="2688336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7168896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7616952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065008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513064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961120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9409176" y="268833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0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448056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96112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1344168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1792224" y="3136392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2240280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2688336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3136392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3584448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4032504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4480560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4928616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5376672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5824728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272784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6720840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7168896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7616952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8065008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8513064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8961120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409176" y="313639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0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448056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896112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344168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792224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2240280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2688336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3136392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3584448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4032504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4480560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4928616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5376672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5824728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6272784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6720840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7168896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7616952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8065008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8513064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8961120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9409176" y="358444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0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448056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896112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1344168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1792224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2240280" y="4032504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2688336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3136392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3584448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4032504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4480560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4928616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5376672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5824728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6272784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6720840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7168896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7616952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8065008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8513064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8961120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9409176" y="4032504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0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448056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896112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1344168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792224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2240280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2688336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3136392" y="4480560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3584448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4032504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4480560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4928616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5376672" y="4480560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5824728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6272784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6720840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7168896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7616952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8065008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8513064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8961120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9409176" y="4480560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0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448056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896112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344168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792224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2240280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2688336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3136392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3584448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4032504" y="4928616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4480560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4928616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5376672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5824728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6272784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6720840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7168896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7616952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8065008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8513064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8961120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9409176" y="4928616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0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448056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896112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344168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792224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2240280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2688336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3136392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3584448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4032504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4480560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4928616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5376672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5824728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6272784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6720840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7168896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7616952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8065008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8513064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8961120" y="5376672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9409176" y="5376672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0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448056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896112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344168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792224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2240280" y="5824728"/>
            <a:ext cx="384048" cy="384048"/>
          </a:xfrm>
          <a:prstGeom prst="rect">
            <a:avLst/>
          </a:prstGeom>
          <a:solidFill>
            <a:srgbClr val="C8FF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2688336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3136392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3584448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4032504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4480560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4928616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5376672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5824728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6272784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6720840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7168896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7616952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8065008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8513064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8961120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9409176" y="5824728"/>
            <a:ext cx="384048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097280" y="640080"/>
            <a:ext cx="6949440" cy="3931920"/>
          </a:xfrm>
          <a:prstGeom prst="rect">
            <a:avLst/>
          </a:prstGeom>
          <a:solidFill>
            <a:srgbClr val="0A0A0A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619" name="Text 617"/>
          <p:cNvSpPr/>
          <p:nvPr/>
        </p:nvSpPr>
        <p:spPr>
          <a:xfrm>
            <a:off x="1371600" y="10058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 a pixel. 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Crack the code. </a:t>
            </a:r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Claim the vault.</a:t>
            </a:r>
            <a:endParaRPr lang="en-US" sz="2800" dirty="0"/>
          </a:p>
        </p:txBody>
      </p:sp>
      <p:sp>
        <p:nvSpPr>
          <p:cNvPr id="620" name="Shape 618"/>
          <p:cNvSpPr/>
          <p:nvPr/>
        </p:nvSpPr>
        <p:spPr>
          <a:xfrm>
            <a:off x="3474720" y="2697480"/>
            <a:ext cx="2194560" cy="36576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21" name="Text 619"/>
          <p:cNvSpPr/>
          <p:nvPr/>
        </p:nvSpPr>
        <p:spPr>
          <a:xfrm>
            <a:off x="1371600" y="28346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ad platform where the audience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to YOU — and never wants to leave.</a:t>
            </a:r>
            <a:endParaRPr lang="en-US" sz="1400" dirty="0"/>
          </a:p>
        </p:txBody>
      </p:sp>
      <p:sp>
        <p:nvSpPr>
          <p:cNvPr id="622" name="Text 620"/>
          <p:cNvSpPr/>
          <p:nvPr/>
        </p:nvSpPr>
        <p:spPr>
          <a:xfrm>
            <a:off x="13716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claimthegrid.com</a:t>
            </a:r>
            <a:endParaRPr lang="en-US" sz="2200" dirty="0"/>
          </a:p>
        </p:txBody>
      </p:sp>
      <p:sp>
        <p:nvSpPr>
          <p:cNvPr id="623" name="Text 621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CLAIMTHEGRID — CONFIDENTIAL PITCH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ClaimTheGrid — Crack The Vault</dc:title>
  <dc:subject>PptxGenJS Presentation</dc:subject>
  <dc:creator>PptxGenJS</dc:creator>
  <cp:lastModifiedBy>PptxGenJS</cp:lastModifiedBy>
  <cp:revision>1</cp:revision>
  <dcterms:created xsi:type="dcterms:W3CDTF">2026-02-24T00:17:49Z</dcterms:created>
  <dcterms:modified xsi:type="dcterms:W3CDTF">2026-02-24T00:17:49Z</dcterms:modified>
</cp:coreProperties>
</file>